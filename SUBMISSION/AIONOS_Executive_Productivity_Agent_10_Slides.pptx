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Productivity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AIONOS Agentic AI Factory — Assignment 1</a:t>
            </a:r>
          </a:p>
          <a:p>
            <a:pPr>
              <a:spcAft>
                <a:spcPts val="1200"/>
              </a:spcAft>
              <a:defRPr sz="2000"/>
            </a:pPr>
            <a:r>
              <a:t>• Arjun Malhotra • VP Sales</a:t>
            </a:r>
          </a:p>
          <a:p>
            <a:pPr>
              <a:spcAft>
                <a:spcPts val="1200"/>
              </a:spcAft>
              <a:defRPr sz="2000"/>
            </a:pPr>
            <a:r>
              <a:t>• Prototype: React + FastAPI + grounded agent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Executive commitments are scattered across email, calendar, meeting transcripts and voice notes.</a:t>
            </a:r>
          </a:p>
          <a:p>
            <a:pPr>
              <a:spcAft>
                <a:spcPts val="1200"/>
              </a:spcAft>
              <a:defRPr sz="2000"/>
            </a:pPr>
            <a:r>
              <a:t>• The agent converts this messy input into one daily action brief.</a:t>
            </a:r>
          </a:p>
          <a:p>
            <a:pPr>
              <a:spcAft>
                <a:spcPts val="1200"/>
              </a:spcAft>
              <a:defRPr sz="2000"/>
            </a:pPr>
            <a:r>
              <a:t>• Core questions: What did I promise? What needs action today? What am I waiting 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 &amp;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Supplied Data Pack is the single source of truth.</a:t>
            </a:r>
          </a:p>
          <a:p>
            <a:pPr>
              <a:spcAft>
                <a:spcPts val="1200"/>
              </a:spcAft>
              <a:defRPr sz="2000"/>
            </a:pPr>
            <a:r>
              <a:t>• Inputs: 5 email threads, calendars, Leadership Sync transcript, 2 voice notes, people reference.</a:t>
            </a:r>
          </a:p>
          <a:p>
            <a:pPr>
              <a:spcAft>
                <a:spcPts val="1200"/>
              </a:spcAft>
              <a:defRPr sz="2000"/>
            </a:pPr>
            <a:r>
              <a:t>• No live mailbox/calendar integration; no outside facts are introduced.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Data Pack → ingestion/parsing → grounded SQLite → commitment/reasoning → structured tasks.</a:t>
            </a:r>
          </a:p>
          <a:p>
            <a:pPr>
              <a:spcAft>
                <a:spcPts val="1200"/>
              </a:spcAft>
              <a:defRPr sz="2000"/>
            </a:pPr>
            <a:r>
              <a:t>• FastAPI exposes the agent results to the React dashboard.</a:t>
            </a:r>
          </a:p>
          <a:p>
            <a:pPr>
              <a:spcAft>
                <a:spcPts val="1200"/>
              </a:spcAft>
              <a:defRPr sz="2000"/>
            </a:pPr>
            <a:r>
              <a:t>• Q&amp;A is grounded in the same task/source context; optional Claude phrasing.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Agent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Identify commitments, owners and deadlines.</a:t>
            </a:r>
          </a:p>
          <a:p>
            <a:pPr>
              <a:spcAft>
                <a:spcPts val="1200"/>
              </a:spcAft>
              <a:defRPr sz="2000"/>
            </a:pPr>
            <a:r>
              <a:t>• Deduplicate repeated references to the same action.</a:t>
            </a:r>
          </a:p>
          <a:p>
            <a:pPr>
              <a:spcAft>
                <a:spcPts val="1200"/>
              </a:spcAft>
              <a:defRPr sz="2000"/>
            </a:pPr>
            <a:r>
              <a:t>• Use the latest explicit deadline/status.</a:t>
            </a:r>
          </a:p>
          <a:p>
            <a:pPr>
              <a:spcAft>
                <a:spcPts val="1200"/>
              </a:spcAft>
              <a:defRPr sz="2000"/>
            </a:pPr>
            <a:r>
              <a:t>• Separate My Actions, Waiting on Others and Unclear Ownership.</a:t>
            </a:r>
          </a:p>
          <a:p>
            <a:pPr>
              <a:spcAft>
                <a:spcPts val="1200"/>
              </a:spcAft>
              <a:defRPr sz="2000"/>
            </a:pPr>
            <a:r>
              <a:t>• Never invent ownership.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Five Business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Vendor list → one merged task; overdue.</a:t>
            </a:r>
          </a:p>
          <a:p>
            <a:pPr>
              <a:spcAft>
                <a:spcPts val="1200"/>
              </a:spcAft>
              <a:defRPr sz="2000"/>
            </a:pPr>
            <a:r>
              <a:t>• Campaign deck → Thu 24 Sep, 9:30 AM.</a:t>
            </a:r>
          </a:p>
          <a:p>
            <a:pPr>
              <a:spcAft>
                <a:spcPts val="1200"/>
              </a:spcAft>
              <a:defRPr sz="2000"/>
            </a:pPr>
            <a:r>
              <a:t>• Expense report → Received Wed 6 PM.</a:t>
            </a:r>
          </a:p>
          <a:p>
            <a:pPr>
              <a:spcAft>
                <a:spcPts val="1200"/>
              </a:spcAft>
              <a:defRPr sz="2000"/>
            </a:pPr>
            <a:r>
              <a:t>• Meridian → confirmed Wed 3:00–3:30 PM.</a:t>
            </a:r>
          </a:p>
          <a:p>
            <a:pPr>
              <a:spcAft>
                <a:spcPts val="1200"/>
              </a:spcAft>
              <a:defRPr sz="2000"/>
            </a:pPr>
            <a:r>
              <a:t>• Mumbai lease → Fri EOD; owner remains unclear.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Executive Brief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Summary cards show My Actions, Waiting on Others, Overdue/At Risk and Unclear Ownership.</a:t>
            </a:r>
          </a:p>
          <a:p>
            <a:pPr>
              <a:spcAft>
                <a:spcPts val="1200"/>
              </a:spcAft>
              <a:defRPr sz="2000"/>
            </a:pPr>
            <a:r>
              <a:t>• Priority actions surface the most urgent work.</a:t>
            </a:r>
          </a:p>
          <a:p>
            <a:pPr>
              <a:spcAft>
                <a:spcPts val="1200"/>
              </a:spcAft>
              <a:defRPr sz="2000"/>
            </a:pPr>
            <a:r>
              <a:t>• Calendar timeline gives the executive today's schedule.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Ask Agent &amp;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Natural-language questions are answered from grounded project data.</a:t>
            </a:r>
          </a:p>
          <a:p>
            <a:pPr>
              <a:spcAft>
                <a:spcPts val="1200"/>
              </a:spcAft>
              <a:defRPr sz="2000"/>
            </a:pPr>
            <a:r>
              <a:t>• Responses include source labels for traceability.</a:t>
            </a:r>
          </a:p>
          <a:p>
            <a:pPr>
              <a:spcAft>
                <a:spcPts val="1200"/>
              </a:spcAft>
              <a:defRPr sz="2000"/>
            </a:pPr>
            <a:r>
              <a:t>• Examples: “What did I promise Raghav?” and “What’s still unassigned?”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Automated backend suite covers the assignment's five business cases plus API/Q&amp;A checks.</a:t>
            </a:r>
          </a:p>
          <a:p>
            <a:pPr>
              <a:spcAft>
                <a:spcPts val="1200"/>
              </a:spcAft>
              <a:defRPr sz="2000"/>
            </a:pPr>
            <a:r>
              <a:t>• 9 backend tests pass in the reviewed project.</a:t>
            </a:r>
          </a:p>
          <a:p>
            <a:pPr>
              <a:spcAft>
                <a:spcPts val="1200"/>
              </a:spcAft>
              <a:defRPr sz="2000"/>
            </a:pPr>
            <a:r>
              <a:t>• Frontend is wired through src/services/api.js to the FastAPI endpoints.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Demo &amp;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Run backend: uvicorn main:app --reload --port 8000</a:t>
            </a:r>
          </a:p>
          <a:p>
            <a:pPr>
              <a:spcAft>
                <a:spcPts val="1200"/>
              </a:spcAft>
              <a:defRPr sz="2000"/>
            </a:pPr>
            <a:r>
              <a:t>• Run frontend: npm install &amp;&amp; npm run dev</a:t>
            </a:r>
          </a:p>
          <a:p>
            <a:pPr>
              <a:spcAft>
                <a:spcPts val="1200"/>
              </a:spcAft>
              <a:defRPr sz="2000"/>
            </a:pPr>
            <a:r>
              <a:t>• Submit GitHub link + public Drive demo video + architecture + assumptions + AI tools + this 10-slide PPT.</a:t>
            </a:r>
          </a:p>
          <a:p>
            <a:pPr>
              <a:spcAft>
                <a:spcPts val="1200"/>
              </a:spcAft>
              <a:defRPr sz="2000"/>
            </a:pPr>
            <a:r>
              <a:t>• Limitations: fixed Data Pack; no real email/calendar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